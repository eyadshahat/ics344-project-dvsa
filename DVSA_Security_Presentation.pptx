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4572"/>
          </a:xfrm>
          <a:prstGeom prst="rect">
            <a:avLst/>
          </a:prstGeom>
          <a:solidFill>
            <a:srgbClr val="1E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E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2188952" cy="4572"/>
          </a:xfrm>
          <a:prstGeom prst="rect">
            <a:avLst/>
          </a:prstGeom>
          <a:solidFill>
            <a:srgbClr val="1E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12188952" cy="4572"/>
          </a:xfrm>
          <a:prstGeom prst="rect">
            <a:avLst/>
          </a:prstGeom>
          <a:solidFill>
            <a:srgbClr val="1E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2188952" cy="4572"/>
          </a:xfrm>
          <a:prstGeom prst="rect">
            <a:avLst/>
          </a:prstGeom>
          <a:solidFill>
            <a:srgbClr val="1E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E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"/>
          </a:xfrm>
          <a:prstGeom prst="rect">
            <a:avLst/>
          </a:prstGeom>
          <a:solidFill>
            <a:srgbClr val="1E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DVSA Security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9FF"/>
                </a:solidFill>
                <a:latin typeface="Calibri"/>
              </a:rPr>
              <a:t>ICS-344 · Information Security · KFUPM · Term 252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822960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BD5E1"/>
                </a:solidFill>
                <a:latin typeface="Calibri"/>
              </a:rPr>
              <a:t>Vulnerability Discovery &amp; Remediation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06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Damn Vulnerable Serverless Application (DVSA) · AWS Lambda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2743200" cy="1371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64008" cy="13716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375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FF"/>
                </a:solidFill>
                <a:latin typeface="Calibr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Vulnerabilities
Investigated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291840"/>
            <a:ext cx="2743200" cy="1371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3291840"/>
            <a:ext cx="64008" cy="13716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3375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97763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Critical
Severity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291840"/>
            <a:ext cx="2743200" cy="1371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291840"/>
            <a:ext cx="64008" cy="13716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3375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FF"/>
                </a:solidFill>
                <a:latin typeface="Calibri"/>
              </a:rPr>
              <a:t>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97763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Fixed &amp;
Verified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0474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A08:2021 – Deserialization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5029200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50474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API2:2019 – Broken Auth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5029200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80" y="50474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A03 – Sensitive Exposure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5029200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50474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SAS-4 – Cloud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5029200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50474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A01:2021 – Broken Access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5029200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50474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A05:2021 – DoS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376672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394959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SLS-2 – Over-Privilege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0280" y="5376672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0" y="5394959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Logic Vulnerability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23360" y="5376672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9080" y="5394959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A06:2021 – Vulnerable Deps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5376672"/>
            <a:ext cx="1691640" cy="25603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0" y="5394959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FF"/>
                </a:solidFill>
                <a:latin typeface="Calibri"/>
              </a:rPr>
              <a:t>A04 – Unhandled Exceptions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5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AWS Lambda  ·  API Gateway  ·  DynamoDB  ·  S3  ·  IAM  ·  CloudWatch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Investigation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097280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1704320" cy="365760"/>
          </a:xfrm>
          <a:prstGeom prst="rect">
            <a:avLst/>
          </a:prstGeom>
          <a:solidFill>
            <a:srgbClr val="028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960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Vulnerability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960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960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960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960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OWASP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25880"/>
            <a:ext cx="11704320" cy="5029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362456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362456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Remote Code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362456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Unsafe Deserialization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362456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node-serialize CVE-2017-5941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362456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362456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A08:2021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869948"/>
            <a:ext cx="11704320" cy="5029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906524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1906524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JWT Forgery &amp; Bypass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1906524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Broken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906524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Signature never 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1906524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1906524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API2:2019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414015"/>
            <a:ext cx="11704320" cy="5029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450591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2450591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Sensitive Data Exposure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2450591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Missing Authorization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450591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 privilege check on admin fn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450591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450591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A03:2021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58084"/>
            <a:ext cx="11704320" cy="5029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994660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994660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Insecure S3 Bucket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2994660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Insecure Cloud 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994660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Public CRUD access enabled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994660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2994660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OWASP SAS-4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502152"/>
            <a:ext cx="11704320" cy="5029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538728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3538728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Broken Access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3538728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Missing AuthZ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3538728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Direct DynamoDB manipulation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3538728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3538728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A01:2021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046220"/>
            <a:ext cx="11704320" cy="5029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082796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4082796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Denial of Service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4082796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Unrestricted Consumption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7880" y="4082796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 rate limiting on billing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4082796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4082796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A05:2021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590288"/>
            <a:ext cx="11704320" cy="5029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4626864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4626864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Over-Privileged IAM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4626864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Least Privilege Violation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4626864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Wildcard policies on Lambda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4626864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4626864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SLS-2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134356"/>
            <a:ext cx="11704320" cy="5029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5170932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" y="5170932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Race Condition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46120" y="5170932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Logic Vulnerability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80" y="51709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Concurrent billing+update attack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1080" y="5170932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87000" y="5170932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Logic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678424"/>
            <a:ext cx="11704320" cy="5029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5715000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" y="5715000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Vulnerable Dependencies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46120" y="5715000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Outdated Components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97880" y="5715000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node-serialize, node-jose 0.11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80" y="5715000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87000" y="5715000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A06:2021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6222492"/>
            <a:ext cx="11704320" cy="5029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6259068"/>
            <a:ext cx="548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" y="6259068"/>
            <a:ext cx="20116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Unhandled Exceptions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46120" y="6259068"/>
            <a:ext cx="24688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Info Disclosure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97880" y="6259068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Stack traces returned to client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41080" y="6259068"/>
            <a:ext cx="1463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MEDIUM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87000" y="6259068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A04:2021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1: Remote Code Execution via Unsafe Deserialization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9FF"/>
                </a:solidFill>
                <a:latin typeface="Calibri"/>
              </a:rPr>
              <a:t>DVSA-ORDER-MANAGER · node-serialize · CVE-2017-5941 · AWS Lambda (Node.js)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  <a:latin typeface="Calibri"/>
              </a:rPr>
              <a:t>HOW THE ATTACK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647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node-serialize calls unserialize() on attacker-controlled JSON. Any string prefixed with _$$ND_FUNC$$_ is treated as an executable JavaScript function — no validation occurs.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3055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EXPLOIT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8658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78"/>
                </a:solidFill>
                <a:latin typeface="Calibri"/>
              </a:rPr>
              <a:t>curl -X POST .../Stage/order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1518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78"/>
                </a:solidFill>
                <a:latin typeface="Calibri"/>
              </a:rPr>
              <a:t>-d '{"action":"_$$ND_FUNC$$_function(){...}()"}'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4378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FF78"/>
                </a:solidFill>
                <a:latin typeface="Calibri"/>
              </a:rPr>
              <a:t>No auth header required.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954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6557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API returns 500 error (normal). CloudWatch logs confirm: FILE READ SUCCESS — code ran on Lambda backend.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3133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873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Full RCE on Lambda without authentication. Attacker can read files, env vars, AWS credentials.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097280"/>
            <a:ext cx="5943600" cy="246888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097280"/>
            <a:ext cx="64008" cy="246888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A"/>
                </a:solidFill>
                <a:latin typeface="Calibri"/>
              </a:rPr>
              <a:t>FIX APPLIED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46304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F4D4D"/>
                </a:solidFill>
                <a:latin typeface="Calibri"/>
              </a:rPr>
              <a:t>BEFORE (Vulnerable):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C070"/>
                </a:solidFill>
                <a:latin typeface="Calibri"/>
              </a:rPr>
              <a:t>var obj = serialize.unserialize(data);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0E57A"/>
                </a:solidFill>
                <a:latin typeface="Calibri"/>
              </a:rPr>
              <a:t>AFTER (Fixed):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A8FF78"/>
                </a:solidFill>
                <a:latin typeface="Calibri"/>
              </a:rPr>
              <a:t>var obj = JSON.parse(data);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JSON.parse() cannot execute functions — attack vector eliminated.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703320"/>
            <a:ext cx="5943600" cy="26517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703320"/>
            <a:ext cx="64008" cy="2651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749039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069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Never pass user input to unserialize() — use JSON.parse() instead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5079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A 500 API error does NOT mean the attack failed — check CloudWatch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94690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In serverless, RCE = instant access to env vars, credentials, AWS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385816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One-line fix (JSON.parse) eliminates the entire attack vector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82472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Audit all 3rd-party packages for known CVEs before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6C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2: JWT Forgery &amp; Signature Bypass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37C9"/>
                </a:solidFill>
                <a:latin typeface="Calibri"/>
              </a:rPr>
              <a:t>DVSA-ORDER-MANAGER · node-jose · API2:2019 – Broken User Authentication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6C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6C3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Calibri"/>
              </a:rPr>
              <a:t>JWT ATTACK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86FC"/>
                </a:solidFill>
                <a:latin typeface="Calibri"/>
              </a:rPr>
              <a:t>Step 1 — Login &amp;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Attacker (User B) logs in. Captures Authorization JWT from browser DevTools.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86FC"/>
                </a:solidFill>
                <a:latin typeface="Calibri"/>
              </a:rPr>
              <a:t>Step 2 — Decode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Base64-decode the JWT middle section. Extract victim (User C) username + sub UUID.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86FC"/>
                </a:solidFill>
                <a:latin typeface="Calibri"/>
              </a:rPr>
              <a:t>Step 3 — Forge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358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Replace username/sub with victim's UUID. Keep original signature unchanged.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86FC"/>
                </a:solidFill>
                <a:latin typeface="Calibri"/>
              </a:rPr>
              <a:t>Step 4 — Send Forged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7588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curl -H 'authorization: $FAKE_AS_C' → API returns victim's private orders.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86FC"/>
                </a:solidFill>
                <a:latin typeface="Calibri"/>
              </a:rPr>
              <a:t>Root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1596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Backend decodes payload but NEVER verifies cryptographic signature against Cognito JWKS.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097280"/>
            <a:ext cx="5943600" cy="26517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097280"/>
            <a:ext cx="64008" cy="265176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PROPER JWT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46304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F4D4D"/>
                </a:solidFill>
                <a:latin typeface="Calibri"/>
              </a:rPr>
              <a:t>BEFORE — no verification: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C070"/>
                </a:solidFill>
                <a:latin typeface="Calibri"/>
              </a:rPr>
              <a:t>var token = JSON.parse(base64.decode(sections[1]));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C070"/>
                </a:solidFill>
                <a:latin typeface="Calibri"/>
              </a:rPr>
              <a:t>var user = token.username; // trusted blindly!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AFTER — Cognito JWKS verification: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await verifyCognitoJwt(authHeader);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// Checks signature, iss, exp before trusting claims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// Caches JWKS for 6-hour TTL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E57A"/>
                </a:solidFill>
                <a:latin typeface="Calibri"/>
              </a:rPr>
              <a:t>Forged token → { status:'err', msg:'invalid token' 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840480"/>
            <a:ext cx="5943600" cy="2514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840480"/>
            <a:ext cx="64008" cy="2514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8862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206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Never trust the JWT payload without verifying the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451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Decoding ≠ Verifying — Base64 decode is NOT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0840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Always validate against the Cognito JWKS public key endpoint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522975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Serverless does NOT mean secure by default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96188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Proper JWT verification = one async function + JWKS cache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4: Insecure Cloud Configuration (Public S3 Bucket)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  <a:latin typeface="Calibri"/>
              </a:rPr>
              <a:t>dvsa-feedback-bucket · OWASP SAS-4 · Anonymous CRUD access from the internet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MISCONFIGURATION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Block Public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ALL 4 flags = FALSE  ← no guardrail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Bucket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Principal:"*" allows PutObject,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2432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GetObject, DeleteObject, PutObjectAcl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Attack (no credentials)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644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PUT → HTTP 200 ✓   GET → HTTP 200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DELETE → HTTP 204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Bypasses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33087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API Gateway, Cognito, Lambda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6168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— all irrelevant when S3 is public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79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Secure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01767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Receipts bucket: Block Public Access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30367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Explicit Deny → HTTP 403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097280"/>
            <a:ext cx="5943600" cy="23317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097280"/>
            <a:ext cx="64008" cy="233172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TWO-LAYER HARDENING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4630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1. Enable Block Public Access (master switch):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BlockPublicAcls=true, BlockPublicPolicy=true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IgnorePublicAcls=true, RestrictPublicBuckets=true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2. Deny-by-default bucket policy: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Effect:"Deny", Principal:"*", except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FeedbackUpload Lambda role ARNs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E57A"/>
                </a:solidFill>
                <a:latin typeface="Calibri"/>
              </a:rPr>
              <a:t>Result: All 4 exploits → HTTP 403 AccessDenied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520440"/>
            <a:ext cx="5943600" cy="283464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520440"/>
            <a:ext cx="64008" cy="2834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56616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91363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Storage misconfigurations bypass ALL application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38912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Block Public Access = non-negotiable master override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86460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Audit both insecure AND secure buckets — use proven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34009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Defense in depth: master switch + explicit-Deny policy + IAM allow-list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81558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No Lambda code changes needed — pure config fix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5: Broken Access Control — Payment Bypass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3935"/>
                </a:solidFill>
                <a:latin typeface="Calibri"/>
              </a:rPr>
              <a:t>DVSA-ORDER-MANAGER · DynamoDB DVSA-ORDERS-DB · Mrs. Pac-Man obtained for $0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7A"/>
                </a:solidFill>
                <a:latin typeface="Calibri"/>
              </a:rPr>
              <a:t>ATTACK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7A"/>
                </a:solidFill>
                <a:latin typeface="Calibri"/>
              </a:rPr>
              <a:t>1. Add item to cart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Mrs. Pac-Man ($28, item 1019) → Checkout → Billing page (do NOT pay)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9397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7A"/>
                </a:solidFill>
                <a:latin typeface="Calibri"/>
              </a:rPr>
              <a:t>2. Extract IDs via DevTools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4086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Decode JWT in localStorage → User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6946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Get order-id from localStorage → Order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0779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7A"/>
                </a:solidFill>
                <a:latin typeface="Calibri"/>
              </a:rPr>
              <a:t>3. Verify status =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aws dynamodb get-item → orderStatus:100 (unpaid)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7A"/>
                </a:solidFill>
                <a:latin typeface="Calibri"/>
              </a:rPr>
              <a:t>4. Direct DB manipulation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398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aws dynamodb update-item --update-expression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684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'SET orderStatus = :s' --expression-attribute-values {':s':300}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0682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7A"/>
                </a:solidFill>
                <a:latin typeface="Calibri"/>
              </a:rPr>
              <a:t>5. Profit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5371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DVSA My Orders: 'delivered', Total: 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8231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$28 item obtained for free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097280"/>
            <a:ext cx="5943600" cy="26517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1097280"/>
            <a:ext cx="64008" cy="265176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SERVER-SIDE STATE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463040"/>
            <a:ext cx="5577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F4D4D"/>
                </a:solidFill>
                <a:latin typeface="Calibri"/>
              </a:rPr>
              <a:t>BEFORE — no condition: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C070"/>
                </a:solidFill>
                <a:latin typeface="Calibri"/>
              </a:rPr>
              <a:t>update-item ... SET orderStatus = :s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 No check — anyone sets any status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AFTER — conditional expression: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--condition-expression 'orderStatus = :prev'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 Only billing Lambda can set to 300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 DynamoDB throws ConditionalCheckFailedException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 if status is not the expected preceding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840480"/>
            <a:ext cx="5943600" cy="2514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840480"/>
            <a:ext cx="64008" cy="2514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8862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06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Frontend workflow ≠ backend security — enforce at the DB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6451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DynamoDB ConditionExpression provides atomic state-machine 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0840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Each Lambda must enforce its own authorization independently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522975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Status codes (100→200→300) must be validated server-side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96188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Defense in depth: IAM + business logic + DB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6: Denial of Service — Billing Endpoint Flood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F00"/>
                </a:solidFill>
                <a:latin typeface="Calibri"/>
              </a:rPr>
              <a:t>DVSA-ORDER-BILLING · API Gateway /dvsa/order · Any registered user can 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B40"/>
                </a:solidFill>
                <a:latin typeface="Calibri"/>
              </a:rPr>
              <a:t>DoS ATTACK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B40"/>
                </a:solidFill>
                <a:latin typeface="Calibri"/>
              </a:rPr>
              <a:t>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 rate limiting + no concurrency cap + no idempotency. Each concurrent request consumes a Lambda slot.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B40"/>
                </a:solidFill>
                <a:latin typeface="Calibri"/>
              </a:rPr>
              <a:t>Attack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Python threading — fires billing requests every 0.05s continuously from one user account.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B40"/>
                </a:solidFill>
                <a:latin typeface="Calibri"/>
              </a:rPr>
              <a:t>Effect on Attacker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358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Stream of 500/502 Internal Server Error + 200 KeyError responses from DVSA-GET-CART-TOTAL.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B40"/>
                </a:solidFill>
                <a:latin typeface="Calibri"/>
              </a:rPr>
              <a:t>Effect on Victims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7588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Legitimate user billing request returns: {message: 'Internal server error'} — cannot check 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B40"/>
                </a:solidFill>
                <a:latin typeface="Calibri"/>
              </a:rPr>
              <a:t>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1596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CVSS 7.5 / High — Low privilege required, full availability loss of billing service.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097280"/>
            <a:ext cx="5943600" cy="26517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097280"/>
            <a:ext cx="64008" cy="265176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API GATEWAY THROTTLING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463040"/>
            <a:ext cx="5577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Applied: Method-Level Override on /order POST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Rate: 5 requests/second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Burst: 2 requests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4D4D"/>
                </a:solidFill>
                <a:latin typeface="Calibri"/>
              </a:rPr>
              <a:t>Attacker now receives: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C070"/>
                </a:solidFill>
                <a:latin typeface="Calibri"/>
              </a:rPr>
              <a:t>  429 Too Many Requests  ← intercepted at gateway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Legitimate user receives: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{status:'ok', amount:128}  ← still works!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Blocked: Lambda reserved concurrency (student acct limit)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840480"/>
            <a:ext cx="5943600" cy="2514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840480"/>
            <a:ext cx="64008" cy="2514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8862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206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Authentication ≠ Authorization ≠ Rate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451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Lambda elasticity = double-edged sword — scale weaponized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0840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Cascading failure: one endpoint crash → adjacent services 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522975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Fix is infrastructure-level (API GW), not code-level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96188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Never trust volume — always expect adversarial abuse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7: Over-Privileged Lambda IAM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1457"/>
                </a:solidFill>
                <a:latin typeface="Calibri"/>
              </a:rPr>
              <a:t>DVSA-ADMIN-SHELL · AmazonDynamoDBFullAccess + AWSLambda_FullAccess · CVSS 9.8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8FB1"/>
                </a:solidFill>
                <a:latin typeface="Calibri"/>
              </a:rPr>
              <a:t>OVER-PRIVILEGE EXPLOITATION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FB1"/>
                </a:solidFill>
                <a:latin typeface="Calibri"/>
              </a:rPr>
              <a:t>Vulnerable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AmazonDynamoDBFullAccess → read/write ALL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842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AWSLambda_FullAccess → modify ALL 26 Lambda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1401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FB1"/>
                </a:solidFill>
                <a:latin typeface="Calibri"/>
              </a:rPr>
              <a:t>Attack 1 — DB Exfil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6090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aws dynamodb scan --table-name DVSA-USERS-DB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950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→ Stole full admin profile (email, isAdmin=TRUE, UUID)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1927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FB1"/>
                </a:solidFill>
                <a:latin typeface="Calibri"/>
              </a:rPr>
              <a:t>Attack 2 — Lambda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aws lambda list-functions → enumerate all 26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→ Could inject backdoor code into any Lambda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8FB1"/>
                </a:solidFill>
                <a:latin typeface="Calibri"/>
              </a:rPr>
              <a:t>Root Cause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IAM role used broad AWS managed policies instead of custom least-privilege policy. No resource-level restrictions.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097280"/>
            <a:ext cx="5943600" cy="283464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1097280"/>
            <a:ext cx="64008" cy="283464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PRINCIPLE OF LEAST PRIVILEGE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463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BEFORE  →  AFTER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737360"/>
            <a:ext cx="2834640" cy="457200"/>
          </a:xfrm>
          <a:prstGeom prst="rect">
            <a:avLst/>
          </a:prstGeom>
          <a:solidFill>
            <a:srgbClr val="2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1737360"/>
            <a:ext cx="2926080" cy="457200"/>
          </a:xfrm>
          <a:prstGeom prst="rect">
            <a:avLst/>
          </a:prstGeom>
          <a:solidFill>
            <a:srgbClr val="0A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17830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080"/>
                </a:solidFill>
                <a:latin typeface="Calibri"/>
              </a:rPr>
              <a:t>AmazonDynamoDBFullAccess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7830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FFA0"/>
                </a:solidFill>
                <a:latin typeface="Calibri"/>
              </a:rPr>
              <a:t>dynamodb:GetItem + Query
(DVSA-ORDERS-DB only)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267712"/>
            <a:ext cx="2834640" cy="457200"/>
          </a:xfrm>
          <a:prstGeom prst="rect">
            <a:avLst/>
          </a:prstGeom>
          <a:solidFill>
            <a:srgbClr val="2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0" y="2267712"/>
            <a:ext cx="2926080" cy="457200"/>
          </a:xfrm>
          <a:prstGeom prst="rect">
            <a:avLst/>
          </a:prstGeom>
          <a:solidFill>
            <a:srgbClr val="0A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2313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080"/>
                </a:solidFill>
                <a:latin typeface="Calibri"/>
              </a:rPr>
              <a:t>AWSLambda_FullAccess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31343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FFA0"/>
                </a:solidFill>
                <a:latin typeface="Calibri"/>
              </a:rPr>
              <a:t>REMOVED — not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798064"/>
            <a:ext cx="2834640" cy="457200"/>
          </a:xfrm>
          <a:prstGeom prst="rect">
            <a:avLst/>
          </a:prstGeom>
          <a:solidFill>
            <a:srgbClr val="2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2798064"/>
            <a:ext cx="2926080" cy="457200"/>
          </a:xfrm>
          <a:prstGeom prst="rect">
            <a:avLst/>
          </a:prstGeom>
          <a:solidFill>
            <a:srgbClr val="0A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2843784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080"/>
                </a:solidFill>
                <a:latin typeface="Calibri"/>
              </a:rPr>
              <a:t>AWSLambdaBasicExecution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284378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FFA0"/>
                </a:solidFill>
                <a:latin typeface="Calibri"/>
              </a:rPr>
              <a:t>KEPT — logging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8803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7A"/>
                </a:solidFill>
                <a:latin typeface="Calibri"/>
              </a:rPr>
              <a:t>Verification: aws iam list-attached-role-policies confirms
only AWSLambdaBasicExecutionRole remains.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023360"/>
            <a:ext cx="5943600" cy="23317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023360"/>
            <a:ext cx="64008" cy="2331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0690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40740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Never use FullAccess policies on production Lambda functions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80974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Regularly audit: aws iam list-attached-role-policies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2120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Restrict resources by ARN — not wildcards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61441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CVSS 9.8: Low effort, maximum blast radius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60167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Combine with L4 (S3 RCE) → full account takeover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8: Race Condition — Pay for 1, Get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606E"/>
                </a:solidFill>
                <a:latin typeface="Calibri"/>
              </a:rPr>
              <a:t>DVSA-ORDER-UPDATE + ORDER-BILLING · Concurrent Lambda execution · Financial fraud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00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00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  <a:latin typeface="Calibri"/>
              </a:rPr>
              <a:t>RACE CONDITION ATTACK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Vulnerability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Order update check: 'if orderStatus &gt; 110: reject'. Allows update when status = 100 OR 110.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9397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Race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4086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Billing Lambda calculates price (qty=1, $28) WHILE update Lambda changes qty to 5 simultaneously.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7919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Attack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Bash: send UPDATE &amp; BILLING as background processes simultaneously. Run up to 10× until race won.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644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112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UPDATE: {status:ok, msg:'cart updated'}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398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BILLING: {status:ok, amount:28}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684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DynamoDB: itemList=5, totalAmount=28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0682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FF"/>
                </a:solidFill>
                <a:latin typeface="Calibri"/>
              </a:rPr>
              <a:t>Fraud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5371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$28 charged (1 item price). 5 items in database. 4 items obtained for FREE.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097280"/>
            <a:ext cx="5943600" cy="26517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097280"/>
            <a:ext cx="64008" cy="265176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ATOMIC DATABASE 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463040"/>
            <a:ext cx="5577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F4D4D"/>
                </a:solidFill>
                <a:latin typeface="Calibri"/>
              </a:rPr>
              <a:t>BEFORE — weak threshold check: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C070"/>
                </a:solidFill>
                <a:latin typeface="Calibri"/>
              </a:rPr>
              <a:t>if orderStatus &gt; 110: return error  # allows 100 &amp; 110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AFTER — exact check + atomic condition: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if orderStatus != 100: return error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ConditionExpression: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orderStatus=:open AND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attribute_not_exists(paymentTS)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E57A"/>
                </a:solidFill>
                <a:latin typeface="Calibri"/>
              </a:rPr>
              <a:t>→ ConditionalCheckFailedException if race occurs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840480"/>
            <a:ext cx="5943600" cy="2514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3840480"/>
            <a:ext cx="64008" cy="2514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8862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206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Lambda functions scale horizontally — no shared state by default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6451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Atomic DB-level locking is essential in serverless architectures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0840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ConditionExpression evaluated atomically by DynamoDB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522975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Business logic flaws need no injection — just precise timing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96188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paymentTS attribute as atomic flag prevents concurrent billing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9: Vulnerable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5E20"/>
                </a:solidFill>
                <a:latin typeface="Calibri"/>
              </a:rPr>
              <a:t>node-serialize@0.0.4 (Critical RCE) + node-jose@0.11.0 (High) · OWASP A06:2021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A"/>
                </a:solidFill>
                <a:latin typeface="Calibri"/>
              </a:rPr>
              <a:t>VULNERABLE PACKAGE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A"/>
                </a:solidFill>
                <a:latin typeface="Calibri"/>
              </a:rPr>
              <a:t>node-serialize 0.0.4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CRITICAL — RCE via IIFE. No fix available.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842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Executes embedded JS functions during unserialize().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128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Directly exploited in Lesson 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2432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A"/>
                </a:solidFill>
                <a:latin typeface="Calibri"/>
              </a:rPr>
              <a:t>node-jose 0.11.0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7121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Pulls in vulnerable transitive deps: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9981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• lodash.pick → Prototype Pollution (High)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2841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• node-forge → Crypto vulnerabilities (High)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5701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• base64url → Out-of-bounds Read (Mod)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684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A"/>
                </a:solidFill>
                <a:latin typeface="Calibri"/>
              </a:rPr>
              <a:t>npm audit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1538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6 vulnerabilities: 1 critical, 3 high, 2 moderate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4398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All from outdated pinned versions.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097280"/>
            <a:ext cx="5943600" cy="26517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097280"/>
            <a:ext cx="64008" cy="265176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REMOVE + UPGRADE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463040"/>
            <a:ext cx="5577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F4D4D"/>
                </a:solidFill>
                <a:latin typeface="Calibri"/>
              </a:rPr>
              <a:t>Step 1 — Remove node-serialize entirely: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npm uninstall node-serialize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Replace unserialize() with JSON.parse()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E57A"/>
                </a:solidFill>
                <a:latin typeface="Calibri"/>
              </a:rPr>
              <a:t>Critical vulnerability eliminated.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Step 2 — Upgrade node-jose: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npm install node-jose@^2.2.0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E57A"/>
                </a:solidFill>
                <a:latin typeface="Calibri"/>
              </a:rPr>
              <a:t>Modern dep tree — all High severity resolved.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Final audit: 2 moderate only (uuid transitive)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840480"/>
            <a:ext cx="5943600" cy="2514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3840480"/>
            <a:ext cx="64008" cy="2514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8862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2062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Lambda deployment package IS part of the attack surface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6451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Abandoned packages with no patch must be removed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0840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Transitive dependencies are equally dangerous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522975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Integrate npm audit into CI/CD pipelines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96188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Never deploy with known Critical severity vulnerabilities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3: Sensitive Data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47A1"/>
                </a:solidFill>
                <a:latin typeface="Calibri"/>
              </a:rPr>
              <a:t>DVSA-ADMIN-GET-RECEIPT · DVSA-ORDER-MANAGER · S3 receipts bucket · Info Disclosure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B5F6"/>
                </a:solidFill>
                <a:latin typeface="Calibri"/>
              </a:rPr>
              <a:t>ATTACK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  <a:latin typeface="Calibri"/>
              </a:rPr>
              <a:t>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DVSA-ADMIN-GET-RECEIPT has no authorization check. Any authenticated user can invoke it via event injection — not just admins.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214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  <a:latin typeface="Calibri"/>
              </a:rPr>
              <a:t>Step 1 — Get Bearer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682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Log into DVSA, open DevTools → Network, capture the Authorization JWT from any order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3405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  <a:latin typeface="Calibri"/>
              </a:rPr>
              <a:t>Step 2 — Craft Exploit Payload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8094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Use event injection (Lesson 1) to invoke DVSA-ADMIN-GET-RECEIPT from inside DVSA-ORDER-MANAGER, sending response to webhook.site.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46703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  <a:latin typeface="Calibri"/>
              </a:rPr>
              <a:t>Step 3 — Exfiltrate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93591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webhook.site receives a signed S3 download URL. Download the ZIP containing all user receipt 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5935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B5F6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Unauthorized access to all user receipts — personal data, order history, financial details — without any admin privilege.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097280"/>
            <a:ext cx="5943600" cy="2514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097280"/>
            <a:ext cx="64008" cy="251460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ENFORCE AUTHORIZATION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463040"/>
            <a:ext cx="5577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F4D4D"/>
                </a:solidFill>
                <a:latin typeface="Calibri"/>
              </a:rPr>
              <a:t>BEFORE — no privilege check: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C070"/>
                </a:solidFill>
                <a:latin typeface="Calibri"/>
              </a:rPr>
              <a:t>DVSA-ADMIN-GET-RECEIPT invoked freely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C070"/>
                </a:solidFill>
                <a:latin typeface="Calibri"/>
              </a:rPr>
              <a:t>by any authenticated user via injection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AFTER — admin check added: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if not user.is_admin: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  return {status:'err', msg:'Unauthorized'}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E57A"/>
                </a:solidFill>
                <a:latin typeface="Calibri"/>
              </a:rPr>
              <a:t>Post-fix: same exploit → {status:'err',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0E57A"/>
                </a:solidFill>
                <a:latin typeface="Calibri"/>
              </a:rPr>
              <a:t>msg:'Unauthorized'} — no URL returned.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703320"/>
            <a:ext cx="5943600" cy="26517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703320"/>
            <a:ext cx="64008" cy="2651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749039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069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Authorization must be enforced inside every Lambda function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5079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Event injection (L1) can be chained to exploit other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94690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Signed S3 URLs are powerful — only generate them for authorized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385816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Never assume only admin clients will invoke admin functions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82472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Defence: fix injection (L1) + add privilege check (L3) together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82880"/>
            <a:ext cx="210312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201168"/>
            <a:ext cx="20665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 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Lesson 10: Unhandled Exceptions — Information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7E"/>
                </a:solidFill>
                <a:latin typeface="Calibri"/>
              </a:rPr>
              <a:t>DVSA-ORDER-MANAGER · DVSA-ORDER-GET · Stack traces exposed to client · A04:2021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24128"/>
            <a:ext cx="11612880" cy="45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CAF9"/>
                </a:solidFill>
                <a:latin typeface="Calibri"/>
              </a:rPr>
              <a:t>VULNERABILITY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CAF9"/>
                </a:solidFill>
                <a:latin typeface="Calibri"/>
              </a:rPr>
              <a:t>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 input validation on the get action. Backend assumes order-id is always present. When missing, DVSA-ORDER-GET throws a KeyError at event["orderId"].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9397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CAF9"/>
                </a:solidFill>
                <a:latin typeface="Calibri"/>
              </a:rPr>
              <a:t>Exploit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4086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curl -X POST .../Stage/order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6946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-H 'Authorization: Bearer &lt;TOKEN&gt;'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9806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-d '{"action":"get"}'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26664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(no order-id field)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64992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CAF9"/>
                </a:solidFill>
                <a:latin typeface="Calibri"/>
              </a:rPr>
              <a:t>Leaked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Stack trace with: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• Error type (KeyError)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• Internal file paths (/var/task/...)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• Lambda runtime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36008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CAF9"/>
                </a:solidFill>
                <a:latin typeface="Calibri"/>
              </a:rPr>
              <a:t>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82896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Information disclosure. Attacker learns internal code structure, file layout, and error patterns — aids further exploitation.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097280"/>
            <a:ext cx="5943600" cy="251460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097280"/>
            <a:ext cx="64008" cy="251460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1430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  <a:latin typeface="Calibri"/>
              </a:rPr>
              <a:t>FIX: VALIDATE + CATCH EXCEPTIONS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463040"/>
            <a:ext cx="5577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F4D4D"/>
                </a:solidFill>
                <a:latin typeface="Calibri"/>
              </a:rPr>
              <a:t>BEFORE — no validation: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C070"/>
                </a:solidFill>
                <a:latin typeface="Calibri"/>
              </a:rPr>
              <a:t>order_id = event['orderId']  # KeyError if missing!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# Raw exception returned to client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E57A"/>
                </a:solidFill>
                <a:latin typeface="Calibri"/>
              </a:rPr>
              <a:t>AFTER — validate + safe handler: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if 'orderId' not in event: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  return {status:'err', msg:'Missing orderId'}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try: ... except Exception: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  log to CloudWatch only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A8FF78"/>
                </a:solidFill>
                <a:latin typeface="Calibri"/>
              </a:rPr>
              <a:t>    return {status:'err', msg:'Bad request'}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703320"/>
            <a:ext cx="5943600" cy="265176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703320"/>
            <a:ext cx="64008" cy="2651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749039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KEY LESSONS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069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Never return raw exceptions or stack traces to the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5079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Validate all required fields before processing — fail early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94690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Log full details to CloudWatch; return only generic error messages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385816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Stack traces reveal internal paths, libraries, and code 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82472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  • Defense in depth: validate inputs AND catch all exceptions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Lessons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0972800" cy="4572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96112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96112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Input Validation is Non-Negotiable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Never pass user-controlled data to deserialization libraries. Use JSON.parse(). Validate all required fields before processing.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66543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66543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3055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JWT = Verify, Not Just 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32303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Base64 decoding is NOT authentication. Always verify the cryptographic signature against the Cognito JWKS endpoint.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36976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36976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009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Authorization at Every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02736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Never assume only authorized users will reach a function. Enforce privilege checks inside every Lambda, especially admin functions.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07408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407408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714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Cloud Config is Part of Your Codebase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731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S3 buckets, IAM policies, and API Gateway settings are security controls. Enable Block Public Access, use deny-by-default policies.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77840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577840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418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Enforce Business Logic at the DB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Frontend workflows don't protect anything. Use DynamoDB ConditionExpression for atomic state-machine enforcement.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896112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896112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9601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Rate-Limit Every Public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26187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Authentication ≠ trust. Any authenticated user can be an attacker. Throttle at API Gateway and cap Lambda concurrency.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066543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066543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13055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Principle of Least Privilege — Always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432303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Never attach FullAccess policies to Lambda functions. Grant only specific actions on specific resource ARNs.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236976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236976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3009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Serverless ≠ Race-Condition-Free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602736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Lambda scales horizontally with no shared state. Use atomic DB-level locks (ConditionExpression) to prevent race conditions.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407408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407408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4714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Dependency Hygiene = Security Practice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731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Every npm package is code running in your cloud. Run npm audit, remove abandoned packages, upgrade regularly.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577840"/>
            <a:ext cx="5669280" cy="1078992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577840"/>
            <a:ext cx="64008" cy="107899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6418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FF"/>
                </a:solidFill>
                <a:latin typeface="Calibri"/>
              </a:rPr>
              <a:t>Never Leak Exceptions to Clients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9436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Log full stack traces to CloudWatch only. Return only generic safe messages to clients — stack traces aid attackers.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64008" cy="678484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Investigation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097280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743200" cy="146304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73152" cy="146304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058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9FF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Lessons
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960120"/>
            <a:ext cx="2743200" cy="146304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960120"/>
            <a:ext cx="73152" cy="1463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0058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4D4D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1737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Critical
Findings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60120"/>
            <a:ext cx="2743200" cy="146304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960120"/>
            <a:ext cx="73152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0058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8C0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37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High
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960120"/>
            <a:ext cx="2743200" cy="1463040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960120"/>
            <a:ext cx="73152" cy="146304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0058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E57A"/>
                </a:solidFill>
                <a:latin typeface="Calibri"/>
              </a:rPr>
              <a:t>10/10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737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All Findings
Fixed &amp;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Vulnerability Register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1097280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090672"/>
            <a:ext cx="11612880" cy="320040"/>
          </a:xfrm>
          <a:prstGeom prst="rect">
            <a:avLst/>
          </a:prstGeom>
          <a:solidFill>
            <a:srgbClr val="028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1" y="3108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Vulnerability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1" y="31089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1" y="3108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OWASP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1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Fix Applied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1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56432"/>
            <a:ext cx="11612880" cy="329184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1" y="3483863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348386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RCE – Deserialization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671" y="3483863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6511" y="3483863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A08:2021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8071" y="3483863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Replace node-serialize → JSON.parse()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1391" y="3483863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808476"/>
            <a:ext cx="11612880" cy="329184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1" y="383590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383590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JWT Signature Bypass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90671" y="383590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6511" y="38359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API2:2019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8071" y="38359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Add Cognito JWKS verification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1" y="38359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60520"/>
            <a:ext cx="11612880" cy="329184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1" y="418795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41879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Sensitive Data Exposure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1" y="418795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  <a:latin typeface="Calibr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96511" y="41879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A03:2021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48071" y="41879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Authorization check in admin function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51391" y="41879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512564"/>
            <a:ext cx="11612880" cy="329184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1" y="453999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45399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Public S3 Bucket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90671" y="453999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96511" y="453999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SAS-4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48071" y="45399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Block Public Access + Deny policy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51391" y="45399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864608"/>
            <a:ext cx="11612880" cy="329184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1751" y="489204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" y="48920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Broken Access Control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90671" y="4892040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  <a:latin typeface="Calibri"/>
              </a:rPr>
              <a:t>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1" y="489204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A01:2021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48071" y="4892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DynamoDB ConditionExpression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51391" y="48920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216652"/>
            <a:ext cx="11612880" cy="329184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1751" y="524408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" y="52440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Denial of Service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90671" y="5244084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  <a:latin typeface="Calibri"/>
              </a:rPr>
              <a:t>High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96511" y="524408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A05:2021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48071" y="524408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API Gateway throttling (5 req/s)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51391" y="52440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568696"/>
            <a:ext cx="11612880" cy="329184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1751" y="55961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392" y="55961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Over-Privileged IAM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90671" y="559612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96511" y="559612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SLS-2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48071" y="55961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Custom least-privilege policy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51391" y="55961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920740"/>
            <a:ext cx="11612880" cy="329184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1751" y="594817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" y="59481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Race Condition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90671" y="594817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  <a:latin typeface="Calibri"/>
              </a:rPr>
              <a:t>High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96511" y="594817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Logic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48071" y="59481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Atomic DB lock + paymentTS check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51391" y="59481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6272783"/>
            <a:ext cx="11612880" cy="329184"/>
          </a:xfrm>
          <a:prstGeom prst="rect">
            <a:avLst/>
          </a:prstGeom>
          <a:solidFill>
            <a:srgbClr val="16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1751" y="630021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0392" y="63002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Vulnerable Dependencies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90671" y="6300216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4D"/>
                </a:solidFill>
                <a:latin typeface="Calibri"/>
              </a:rPr>
              <a:t>Critical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96511" y="630021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A06:2021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48071" y="63002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Remove node-serialize, upgrade node-jose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51391" y="63002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6624827"/>
            <a:ext cx="11612880" cy="329184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01751" y="6652259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0392" y="6652259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Unhandled Exceptions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90671" y="6652259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Medium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96511" y="6652259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A04:2021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48071" y="665225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Input validation + safe error handler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51391" y="665225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A"/>
                </a:solidFill>
                <a:latin typeface="Calibri"/>
              </a:rPr>
              <a:t>✓ Fixed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5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ICS-344 Information Security · KFUPM · Term 252 · DVSA Security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